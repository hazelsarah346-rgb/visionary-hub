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" y="25603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27632" y="71323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07792" y="16459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96512" y="53035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59552" y="7315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14032" y="34747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94192" y="80467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35331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07899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162763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117043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51392" y="181051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7552" y="409651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4992" y="455371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91072" y="437083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28432" y="473659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28600"/>
            <a:ext cx="502920" cy="5029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78408" y="219456"/>
            <a:ext cx="3291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 </a:t>
            </a:r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</a:t>
            </a:r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Clarity, Structure &amp; Support —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everyone figuring it out.</a:t>
            </a:r>
            <a:endParaRPr lang="en-US" sz="3800" dirty="0"/>
          </a:p>
        </p:txBody>
      </p:sp>
      <p:sp>
        <p:nvSpPr>
          <p:cNvPr id="22" name="Text 19"/>
          <p:cNvSpPr/>
          <p:nvPr/>
        </p:nvSpPr>
        <p:spPr>
          <a:xfrm>
            <a:off x="914400" y="285292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students, career switchers, and anyone still finding their path.</a:t>
            </a:r>
            <a:endParaRPr lang="en-US" sz="1700" dirty="0"/>
          </a:p>
        </p:txBody>
      </p:sp>
      <p:sp>
        <p:nvSpPr>
          <p:cNvPr id="23" name="Shape 20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43600" y="475488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project-u53n4.vercel.app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people who need help most — get the least support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11480" y="896112"/>
            <a:ext cx="832104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024128"/>
            <a:ext cx="2633472" cy="324612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24128"/>
            <a:ext cx="64008" cy="3246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36" y="1207008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" y="193852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Clarity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76072" y="2395728"/>
            <a:ext cx="234086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north star. Scattered goals. No idea what 'next' even looks like.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3227832" y="1024128"/>
            <a:ext cx="2633472" cy="324612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27832" y="1024128"/>
            <a:ext cx="64008" cy="3246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388" y="1207008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55848" y="193852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Structure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392424" y="2395728"/>
            <a:ext cx="234086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advice. No roadmap. Overwhelmed by options with zero traction.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044184" y="1024128"/>
            <a:ext cx="2633472" cy="324612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44184" y="1024128"/>
            <a:ext cx="64008" cy="3246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0" y="1207008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1938528"/>
            <a:ext cx="24323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Support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208776" y="2395728"/>
            <a:ext cx="234086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mentors at their stage. No accountability. Figuring it out completely alone.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091525"/>
          </a:solidFill>
          <a:ln w="12700">
            <a:solidFill>
              <a:srgbClr val="0915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822960"/>
            <a:ext cx="33832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place. Everything they need to move forward.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11480" y="28803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gives people the clarity, structure, and support that actually fits their stage.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206240" y="182880"/>
            <a:ext cx="36576" cy="47777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43400" y="256032"/>
            <a:ext cx="4434840" cy="91440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43400" y="256032"/>
            <a:ext cx="6400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98848" y="420624"/>
            <a:ext cx="566928" cy="5669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84648" y="347472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Canvas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184648" y="713232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where you're going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43400" y="1298448"/>
            <a:ext cx="4434840" cy="91440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3400" y="1298448"/>
            <a:ext cx="64008" cy="9144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463040"/>
            <a:ext cx="566928" cy="56692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84648" y="1389888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5184648" y="1755648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concrete path &amp; milestones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343400" y="2340864"/>
            <a:ext cx="4434840" cy="91440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343400" y="2340864"/>
            <a:ext cx="64008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48" y="2505456"/>
            <a:ext cx="566928" cy="5669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4648" y="2432304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Mentorship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184648" y="2798064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people who've been there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4343400" y="3383280"/>
            <a:ext cx="4434840" cy="91440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343400" y="3383280"/>
            <a:ext cx="6400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8848" y="3547872"/>
            <a:ext cx="566928" cy="56692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184648" y="3474720"/>
            <a:ext cx="3447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5184648" y="3840480"/>
            <a:ext cx="3447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with peers at your exact stage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inside North Star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04672"/>
            <a:ext cx="4023360" cy="123444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04672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1138428"/>
            <a:ext cx="566928" cy="5669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9144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34440" y="12801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feed — share wins, stay inspired, never go it alone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74920" y="804672"/>
            <a:ext cx="4023360" cy="123444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074920" y="804672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1224" y="1138428"/>
            <a:ext cx="566928" cy="5669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97880" y="91440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Canvas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897880" y="12801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goal → get an AI-built roadmap tuned to you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11480" y="2167128"/>
            <a:ext cx="4023360" cy="123444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11480" y="2167128"/>
            <a:ext cx="64008" cy="12344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2500884"/>
            <a:ext cx="566928" cy="5669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227685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234440" y="264261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Scholarships, internships &amp; programs matched to your goals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074920" y="2167128"/>
            <a:ext cx="4023360" cy="123444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074920" y="2167128"/>
            <a:ext cx="64008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1224" y="2500884"/>
            <a:ext cx="566928" cy="5669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897880" y="2276856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897880" y="2642616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group chats for people at your exact stage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11480" y="3529584"/>
            <a:ext cx="4023360" cy="123444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11480" y="3529584"/>
            <a:ext cx="64008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" y="3863340"/>
            <a:ext cx="566928" cy="5669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34440" y="363931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Mentorship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234440" y="4005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mentors who've walked your path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074920" y="3529584"/>
            <a:ext cx="4023360" cy="123444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074920" y="3529584"/>
            <a:ext cx="64008" cy="12344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1224" y="3863340"/>
            <a:ext cx="566928" cy="5669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897880" y="363931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 Star AI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5897880" y="400507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AI coach — ask anything, anytime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lost to moving forward — in 3 steps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31520"/>
            <a:ext cx="832104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50392"/>
            <a:ext cx="2487168" cy="329184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50392"/>
            <a:ext cx="64008" cy="32918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850392"/>
            <a:ext cx="2487168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71016" y="1051560"/>
            <a:ext cx="768096" cy="7680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1016" y="1051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21208" y="19659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76072" y="2514600"/>
            <a:ext cx="21579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Vision Canvas in 60 seconds. Set your goal, field, and big vision.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02152" y="850392"/>
            <a:ext cx="2487168" cy="329184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02152" y="850392"/>
            <a:ext cx="64008" cy="3291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02152" y="850392"/>
            <a:ext cx="2487168" cy="91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61688" y="1051560"/>
            <a:ext cx="768096" cy="76809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61688" y="1051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611880" y="19659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66744" y="2514600"/>
            <a:ext cx="21579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AI-generated roadmap. Milestones, next steps, opportunities — all tuned to you.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92824" y="850392"/>
            <a:ext cx="2487168" cy="329184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92824" y="850392"/>
            <a:ext cx="64008" cy="3291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2824" y="850392"/>
            <a:ext cx="2487168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1051560"/>
            <a:ext cx="768096" cy="76809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1051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702552" y="1965960"/>
            <a:ext cx="2267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757416" y="2514600"/>
            <a:ext cx="2157984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mentors, join peer groups, track progress, reflect daily.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16936" y="2441448"/>
            <a:ext cx="329184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44952" y="229514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0A5FA"/>
                </a:solidFill>
              </a:rPr>
              <a:t>›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007608" y="2441448"/>
            <a:ext cx="329184" cy="54864"/>
          </a:xfrm>
          <a:prstGeom prst="rect">
            <a:avLst/>
          </a:prstGeom>
          <a:solidFill>
            <a:srgbClr val="60A5FA">
              <a:alpha val="8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35624" y="2295144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0A5FA"/>
                </a:solidFill>
              </a:rPr>
              <a:t>›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the ones figuring it out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2633472" cy="283464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22960"/>
            <a:ext cx="64008" cy="2834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36" y="987552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9496" y="1700784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76072" y="2212848"/>
            <a:ext cx="234086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Undergrads with ambition but no clear path. Need structure before they graduate.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227832" y="822960"/>
            <a:ext cx="2633472" cy="283464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27832" y="822960"/>
            <a:ext cx="64008" cy="28346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7388" y="987552"/>
            <a:ext cx="594360" cy="5943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55848" y="1700784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Switchers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92424" y="2212848"/>
            <a:ext cx="234086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Professionals pivoting to new fields. Need clarity, not more noise.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044184" y="822960"/>
            <a:ext cx="2633472" cy="283464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44184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0" y="987552"/>
            <a:ext cx="594360" cy="5943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72200" y="1700784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Figuring It Out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208776" y="2212848"/>
            <a:ext cx="2340864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want to move forward but lack a roadmap and real support.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11480" y="3803904"/>
            <a:ext cx="8321040" cy="64008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11480" y="3803904"/>
            <a:ext cx="64008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21792" y="3822192"/>
            <a:ext cx="7909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 3 young people 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feeling completely lost about their career direction.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product. Real users. Built to scale.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704088"/>
            <a:ext cx="832104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822960"/>
            <a:ext cx="4617720" cy="397764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822960"/>
            <a:ext cx="64008" cy="3977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77824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Live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62456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50976" y="1344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live at project-u53n4.vercel.app</a:t>
            </a:r>
            <a:endParaRPr lang="en-US" sz="12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37360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50976" y="17190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Vision Canvas + roadmap generator</a:t>
            </a:r>
            <a:endParaRPr lang="en-US" sz="12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11226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50976" y="20939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peer community feed</a:t>
            </a:r>
            <a:endParaRPr lang="en-US" sz="12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48716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0976" y="2468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group chat (Connect tab)</a:t>
            </a:r>
            <a:endParaRPr lang="en-US" sz="12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862072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50976" y="284378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application system</a:t>
            </a:r>
            <a:endParaRPr lang="en-US" sz="12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36976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950976" y="32186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Cross-device sync (web + mobile)</a:t>
            </a:r>
            <a:endParaRPr lang="en-US" sz="125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611880"/>
            <a:ext cx="256032" cy="25603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950976" y="3593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backend + Vercel deployment</a:t>
            </a:r>
            <a:endParaRPr lang="en-US" sz="1250" dirty="0"/>
          </a:p>
        </p:txBody>
      </p:sp>
      <p:sp>
        <p:nvSpPr>
          <p:cNvPr id="21" name="Shape 12"/>
          <p:cNvSpPr/>
          <p:nvPr/>
        </p:nvSpPr>
        <p:spPr>
          <a:xfrm>
            <a:off x="5166360" y="822960"/>
            <a:ext cx="3566160" cy="397764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2" name="Shape 13"/>
          <p:cNvSpPr/>
          <p:nvPr/>
        </p:nvSpPr>
        <p:spPr>
          <a:xfrm>
            <a:off x="5166360" y="822960"/>
            <a:ext cx="64008" cy="3977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14"/>
          <p:cNvSpPr/>
          <p:nvPr/>
        </p:nvSpPr>
        <p:spPr>
          <a:xfrm>
            <a:off x="5349240" y="8778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600" dirty="0"/>
          </a:p>
        </p:txBody>
      </p:sp>
      <p:sp>
        <p:nvSpPr>
          <p:cNvPr id="24" name="Shape 15"/>
          <p:cNvSpPr/>
          <p:nvPr/>
        </p:nvSpPr>
        <p:spPr>
          <a:xfrm>
            <a:off x="5321808" y="1417320"/>
            <a:ext cx="1536192" cy="475488"/>
          </a:xfrm>
          <a:prstGeom prst="rect">
            <a:avLst/>
          </a:prstGeom>
          <a:solidFill>
            <a:srgbClr val="091525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5321808" y="141732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300" dirty="0"/>
          </a:p>
        </p:txBody>
      </p:sp>
      <p:sp>
        <p:nvSpPr>
          <p:cNvPr id="26" name="Shape 17"/>
          <p:cNvSpPr/>
          <p:nvPr/>
        </p:nvSpPr>
        <p:spPr>
          <a:xfrm>
            <a:off x="7022592" y="1417320"/>
            <a:ext cx="1536192" cy="475488"/>
          </a:xfrm>
          <a:prstGeom prst="rect">
            <a:avLst/>
          </a:prstGeom>
          <a:solidFill>
            <a:srgbClr val="09152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7022592" y="141732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8" name="Shape 19"/>
          <p:cNvSpPr/>
          <p:nvPr/>
        </p:nvSpPr>
        <p:spPr>
          <a:xfrm>
            <a:off x="5321808" y="2075688"/>
            <a:ext cx="1536192" cy="475488"/>
          </a:xfrm>
          <a:prstGeom prst="rect">
            <a:avLst/>
          </a:prstGeom>
          <a:solidFill>
            <a:srgbClr val="091525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5321808" y="207568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7022592" y="2075688"/>
            <a:ext cx="1536192" cy="475488"/>
          </a:xfrm>
          <a:prstGeom prst="rect">
            <a:avLst/>
          </a:prstGeom>
          <a:solidFill>
            <a:srgbClr val="09152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2"/>
          <p:cNvSpPr/>
          <p:nvPr/>
        </p:nvSpPr>
        <p:spPr>
          <a:xfrm>
            <a:off x="7022592" y="207568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300" dirty="0"/>
          </a:p>
        </p:txBody>
      </p:sp>
      <p:sp>
        <p:nvSpPr>
          <p:cNvPr id="32" name="Shape 23"/>
          <p:cNvSpPr/>
          <p:nvPr/>
        </p:nvSpPr>
        <p:spPr>
          <a:xfrm>
            <a:off x="5321808" y="2734056"/>
            <a:ext cx="1536192" cy="475488"/>
          </a:xfrm>
          <a:prstGeom prst="rect">
            <a:avLst/>
          </a:prstGeom>
          <a:solidFill>
            <a:srgbClr val="091525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5321808" y="2734056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300" dirty="0"/>
          </a:p>
        </p:txBody>
      </p:sp>
      <p:sp>
        <p:nvSpPr>
          <p:cNvPr id="34" name="Shape 25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76656"/>
            <a:ext cx="832104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768096"/>
            <a:ext cx="44805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looking for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1243584"/>
            <a:ext cx="4480560" cy="91440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43584"/>
            <a:ext cx="64008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12984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Partnerships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61288" y="163677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Universities, bootcamps, NGOs working with students &amp; career switchers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" y="2286000"/>
            <a:ext cx="4480560" cy="91440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11480" y="2286000"/>
            <a:ext cx="64008" cy="914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459736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61288" y="234086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Users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161288" y="267919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career switchers ready to find their north star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11480" y="3328416"/>
            <a:ext cx="4480560" cy="914400"/>
          </a:xfrm>
          <a:prstGeom prst="rect">
            <a:avLst/>
          </a:prstGeom>
          <a:solidFill>
            <a:srgbClr val="0C1D3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11480" y="3328416"/>
            <a:ext cx="64008" cy="91440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502152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61288" y="33832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161288" y="372160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understand edtech, community, and career development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029200" y="768096"/>
            <a:ext cx="3703320" cy="4005072"/>
          </a:xfrm>
          <a:prstGeom prst="rect">
            <a:avLst/>
          </a:prstGeom>
          <a:solidFill>
            <a:srgbClr val="0C1D30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029200" y="768096"/>
            <a:ext cx="64008" cy="40050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212080" y="89611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Involved</a:t>
            </a:r>
            <a:endParaRPr lang="en-US" sz="2000" dirty="0"/>
          </a:p>
        </p:txBody>
      </p:sp>
      <p:sp>
        <p:nvSpPr>
          <p:cNvPr id="23" name="Shape 18"/>
          <p:cNvSpPr/>
          <p:nvPr/>
        </p:nvSpPr>
        <p:spPr>
          <a:xfrm>
            <a:off x="5394960" y="1444752"/>
            <a:ext cx="3017520" cy="274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212080" y="15727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now: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212080" y="184708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project-u53n4.vercel.app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5212080" y="2286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talk: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212080" y="257860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hello@northstar.app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5394960" y="3154680"/>
            <a:ext cx="3017520" cy="6583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394960" y="31546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North Star community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47472" y="25603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44752" y="62179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24912" y="16459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05072" y="43891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68112" y="7315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22592" y="34747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02752" y="80467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26187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93392" y="98755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10912" y="153619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71232" y="107899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59952" y="190195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400507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82112" y="446227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99632" y="427939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36992" y="464515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53312" y="318211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3712" y="4187952"/>
            <a:ext cx="36576" cy="36576"/>
          </a:xfrm>
          <a:prstGeom prst="ellipse">
            <a:avLst/>
          </a:prstGeom>
          <a:solidFill>
            <a:srgbClr val="60A5FA">
              <a:alpha val="45000"/>
            </a:srgbClr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320040"/>
            <a:ext cx="1645920" cy="164592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14400" y="2121408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EFF6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North </a:t>
            </a:r>
            <a:pPr algn="ctr" indent="0" marL="0">
              <a:buNone/>
            </a:pPr>
            <a:r>
              <a:rPr lang="en-US" sz="4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★ </a:t>
            </a:r>
            <a:pPr algn="ctr" indent="0" marL="0">
              <a:buNone/>
            </a:pPr>
            <a:r>
              <a:rPr lang="en-US" sz="4600" b="1" dirty="0">
                <a:solidFill>
                  <a:srgbClr val="60A5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</a:t>
            </a:r>
            <a:endParaRPr lang="en-US" sz="4600" dirty="0"/>
          </a:p>
        </p:txBody>
      </p:sp>
      <p:sp>
        <p:nvSpPr>
          <p:cNvPr id="22" name="Text 19"/>
          <p:cNvSpPr/>
          <p:nvPr/>
        </p:nvSpPr>
        <p:spPr>
          <a:xfrm>
            <a:off x="914400" y="30175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figuring it out alone.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371600" y="359359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Clarity.  Structure.  Support.  Community.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2743200" y="404164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project-u53n4.vercel.app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0" y="5001768"/>
            <a:ext cx="9144000" cy="1417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 Star — Pitch Deck</dc:title>
  <dc:subject>PptxGenJS Presentation</dc:subject>
  <dc:creator>North Star</dc:creator>
  <cp:lastModifiedBy>North Star</cp:lastModifiedBy>
  <cp:revision>1</cp:revision>
  <dcterms:created xsi:type="dcterms:W3CDTF">2026-03-15T20:25:40Z</dcterms:created>
  <dcterms:modified xsi:type="dcterms:W3CDTF">2026-03-15T20:25:40Z</dcterms:modified>
</cp:coreProperties>
</file>